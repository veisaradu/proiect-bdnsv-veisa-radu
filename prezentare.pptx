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565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Sistem de Căutare Semantică și RAG (Retrieval-Augmented Generation)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Veisa Radu-George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95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Scopul Proiectului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72007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0320" dir="270000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224" y="3906441"/>
            <a:ext cx="33789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Motor de Căutare Hibrid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96859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Implementarea unui sistem avansat care combină căutarea semantică prin FAISS cu căutarea tradițională keyword prin BM25.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672007"/>
            <a:ext cx="6408063" cy="2047994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0320" dir="270000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62982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Integrare RAG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4396859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Utilizarea modelului Llama 3 pentru generarea automată de răspunsuri contextuale bazate pe informațiile recuperate din baza de date vectorială.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0134"/>
            <a:ext cx="6263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Arhitectura Sistemului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40" y="2232541"/>
            <a:ext cx="12994719" cy="49269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6193" y="5153384"/>
            <a:ext cx="3074403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Bază Vectorială FAISS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26440" y="5624551"/>
            <a:ext cx="3104156" cy="58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Stochează și interoghează vectorii de similaritate.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399779" y="4083885"/>
            <a:ext cx="2934601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Backend FastAPI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399779" y="4555052"/>
            <a:ext cx="3104156" cy="58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Procesează query-uri și logica de afaceri.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48165" y="2962215"/>
            <a:ext cx="2934601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Interfață 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78610" y="3433382"/>
            <a:ext cx="3104156" cy="58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 UI care trimite solicitări REST.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214" y="597337"/>
            <a:ext cx="5430679" cy="678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Procesarea Datelor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214" y="1822013"/>
            <a:ext cx="5608082" cy="56080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5744" y="1796058"/>
            <a:ext cx="4195286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Fixed-Size Chunking cu Overlap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905744" y="2343507"/>
            <a:ext cx="6972062" cy="102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Documentele PDF și TXT sunt segmentate în fragmente de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500 de caractere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cu un overlap de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50 de cuvinte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între secțiuni consecutive.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905744" y="3550801"/>
            <a:ext cx="6972062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highlight>
                  <a:srgbClr val="FFFFFF"/>
                </a:highlight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Avantaje: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05744" y="4078010"/>
            <a:ext cx="6972062" cy="136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Păstrarea contextului semantic între fragmente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Evitarea pierderii informațiilor la granițe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Dimensiune optimă pentru embedding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Compatibilitate cu limitele modelului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8631"/>
            <a:ext cx="90500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Embedding și Căutare Semantică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477572"/>
            <a:ext cx="6571417" cy="4323398"/>
          </a:xfrm>
          <a:prstGeom prst="roundRect">
            <a:avLst>
              <a:gd name="adj" fmla="val 3778"/>
            </a:avLst>
          </a:prstGeom>
          <a:solidFill>
            <a:srgbClr val="9C928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704386"/>
            <a:ext cx="35588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Modelul all-MiniLM-L6-v2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285530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Model de embedding optimizat pentru eficiență și acuratețe, transformând textul în vectori de 384 de dimensiuni pentru reprezentare semantică.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4578310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Caracteristici: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5145286"/>
            <a:ext cx="6117788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Rapiditate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Suport multilingv nativ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704386"/>
            <a:ext cx="35787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Procesul de Transformare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28553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Fiecare fragment de text este convertit într-un vector numeric care captează semnificația semantică, nu doar cuvintele exacte.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Vectorii sunt stocați în FAISS, un index vectorial optimizat pentru căutări rapide de similitudine.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50818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Căutarea se realizează prin compararea vectorului query-ului cu toți vectorii din bază folosind distanța cosinusoidală.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2418" y="1605915"/>
            <a:ext cx="5353288" cy="469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Strategii Avansate de Căutare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012418" y="2224921"/>
            <a:ext cx="8091964" cy="1025009"/>
          </a:xfrm>
          <a:prstGeom prst="roundRect">
            <a:avLst>
              <a:gd name="adj" fmla="val 6158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3970" dir="2700000">
              <a:srgbClr val="e6ded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027658" y="2240161"/>
            <a:ext cx="601147" cy="994529"/>
          </a:xfrm>
          <a:prstGeom prst="roundRect">
            <a:avLst>
              <a:gd name="adj" fmla="val 7458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1729" y="2596515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728341" y="2390418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Semantic Search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28341" y="2684859"/>
            <a:ext cx="7210544" cy="39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Căutare bazată pe înțelegerea semnificației și contextului, nu pe matching exact de cuvinte. Identifică conținut similar semantic chiar dacă folosește termeni diferiți.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12418" y="3349466"/>
            <a:ext cx="8091964" cy="1025009"/>
          </a:xfrm>
          <a:prstGeom prst="roundRect">
            <a:avLst>
              <a:gd name="adj" fmla="val 6158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3970" dir="270000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27658" y="3364706"/>
            <a:ext cx="601147" cy="994529"/>
          </a:xfrm>
          <a:prstGeom prst="roundRect">
            <a:avLst>
              <a:gd name="adj" fmla="val 7458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1729" y="3721060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728341" y="3514963"/>
            <a:ext cx="218313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Keyword Search (BM25)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728341" y="3809405"/>
            <a:ext cx="7210544" cy="39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Căutare tradițională care identifică documente prin prezența cuvintelor cheie exacte. Eficientă pentru termeni tehnici specifici sau nume proprii.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12418" y="4474012"/>
            <a:ext cx="8091964" cy="1025009"/>
          </a:xfrm>
          <a:prstGeom prst="roundRect">
            <a:avLst>
              <a:gd name="adj" fmla="val 6158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3970" dir="2700000">
              <a:srgbClr val="e6ded2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27658" y="4489252"/>
            <a:ext cx="601147" cy="994529"/>
          </a:xfrm>
          <a:prstGeom prst="roundRect">
            <a:avLst>
              <a:gd name="adj" fmla="val 7458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1729" y="4845606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728341" y="4639508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Hybrid Search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728341" y="4933950"/>
            <a:ext cx="7210544" cy="39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Combinație optimizată: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70% scor semantic + 30% scor keyword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Oferă rezultate care balansează relevanța contextuală cu precizia lexicală.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12418" y="5598557"/>
            <a:ext cx="8091964" cy="1025009"/>
          </a:xfrm>
          <a:prstGeom prst="roundRect">
            <a:avLst>
              <a:gd name="adj" fmla="val 6158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3970" dir="2700000">
              <a:srgbClr val="e6ded2">
                <a:alpha val="1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27658" y="5613797"/>
            <a:ext cx="601147" cy="994529"/>
          </a:xfrm>
          <a:prstGeom prst="roundRect">
            <a:avLst>
              <a:gd name="adj" fmla="val 7458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3970" dir="2700000">
              <a:srgbClr val="ccc4b8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11729" y="5970151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728341" y="5764054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Range Search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728341" y="6058495"/>
            <a:ext cx="7210544" cy="39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Recuperează toate documentele într-un anumit interval de similitudine, utilă pentru explorarea exhaustivă a conținutului relevant într-un domeniu semantic.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847011"/>
            <a:ext cx="6517958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Integrare RAG cu Llama 3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2711" y="2008465"/>
            <a:ext cx="20931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2711" y="2341364"/>
            <a:ext cx="495942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5" name="Text 3"/>
          <p:cNvSpPr/>
          <p:nvPr/>
        </p:nvSpPr>
        <p:spPr>
          <a:xfrm>
            <a:off x="732711" y="2491740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Retrieval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32711" y="3012043"/>
            <a:ext cx="4959429" cy="64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Căutarea și recuperarea fragmentelor relevante din baza vectorială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2711" y="4006572"/>
            <a:ext cx="20931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2711" y="4339471"/>
            <a:ext cx="495942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7"/>
          <p:cNvSpPr/>
          <p:nvPr/>
        </p:nvSpPr>
        <p:spPr>
          <a:xfrm>
            <a:off x="732711" y="4489847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Augmentation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32711" y="5010150"/>
            <a:ext cx="4959429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Îmbogățirea promptului cu contextul recuperat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2711" y="5682496"/>
            <a:ext cx="20931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2711" y="6015395"/>
            <a:ext cx="495942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11"/>
          <p:cNvSpPr/>
          <p:nvPr/>
        </p:nvSpPr>
        <p:spPr>
          <a:xfrm>
            <a:off x="732711" y="616577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Generation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32711" y="6686074"/>
            <a:ext cx="4959429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Generarea răspunsului prin Llama 3.1-8B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0538" y="1984296"/>
            <a:ext cx="2643545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Groq API Integration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6210538" y="2504599"/>
            <a:ext cx="7694652" cy="64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Modelul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Llama 3.1-8B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este accesat prin Groq API, oferind inferență extrem de rapidă pentru generarea răspunsurilor.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0538" y="3322796"/>
            <a:ext cx="7694652" cy="966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Contextul recuperat din sistemul de căutare este integrat în prompt, permițând LLM-ului să genereze răspunsuri fundamentate pe informații verificabile din documentele indexate.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11825"/>
            <a:ext cx="7825502" cy="489489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49" y="5270421"/>
            <a:ext cx="7825502" cy="29177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2026-01-29T01:37:48Z</dcterms:created>
  <dcterms:modified xsi:type="dcterms:W3CDTF">2026-01-29T01:37:48Z</dcterms:modified>
</cp:coreProperties>
</file>